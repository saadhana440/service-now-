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1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4" Type="http://schemas.openxmlformats.org/officeDocument/2006/relationships/tableStyles" Target="tableStyles.xml"/>  <Relationship Id="rId13" Type="http://schemas.openxmlformats.org/officeDocument/2006/relationships/theme" Target="theme/theme1.xml"/>  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47650"/>
            <a:ext cx="12185650" cy="575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62882"/>
            <a:ext cx="12185650" cy="572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904039" y="0"/>
            <a:ext cx="6377571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40034"/>
            <a:ext cx="12185650" cy="577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20994"/>
            <a:ext cx="12185650" cy="58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42851"/>
            <a:ext cx="12185650" cy="556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00962"/>
            <a:ext cx="12185650" cy="565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28610"/>
            <a:ext cx="12185650" cy="57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901796"/>
            <a:ext cx="12185650" cy="504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