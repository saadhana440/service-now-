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

<Relationships xmlns="http://schemas.openxmlformats.org/package/2006/relationships">
  <Relationship Id="rId3" Type="http://schemas.openxmlformats.org/package/2006/relationships/metadata/core-properties" Target="docProps/core.xml"/>
  <Relationship Id="rId2" Type="http://schemas.openxmlformats.org/package/2006/relationships/metadata/thumbnail" Target="docProps/thumbnail.jpeg"/>
  <Relationship Id="rId1" Type="http://schemas.openxmlformats.org/officeDocument/2006/relationships/officeDocument" Target="ppt/presentation.xml"/>
  <Relationship Id="rId4" Type="http://schemas.openxmlformats.org/officeDocument/2006/relationships/extended-properties" Target="docProps/app.xml"/>
</Relationships>

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12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  <Relationship Id="rId15" Type="http://schemas.openxmlformats.org/officeDocument/2006/relationships/presProps" Target="presProps.xml"/>    <Relationship Id="rId1" Type="http://schemas.openxmlformats.org/officeDocument/2006/relationships/slideMaster" Target="slideMasters/slideMaster1.xml"/>  <Relationship Id="rId18" Type="http://schemas.openxmlformats.org/officeDocument/2006/relationships/tableStyles" Target="tableStyles.xml"/>  <Relationship Id="rId17" Type="http://schemas.openxmlformats.org/officeDocument/2006/relationships/theme" Target="theme/theme1.xml"/>  <Relationship Id="rId16" Type="http://schemas.openxmlformats.org/officeDocument/2006/relationships/viewProps" Target="viewProps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261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504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538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271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81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15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486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7764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122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4070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2247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558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3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/Relationships>
</file>

<file path=ppt/slides/_rels/slide4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eg"/></Relationships>
</file>

<file path=ppt/slides/_rels/slide5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eg"/></Relationships>
</file>

<file path=ppt/slides/_rels/slide6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eg"/></Relationships>
</file>

<file path=ppt/slides/_rels/slide7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eg"/></Relationships>
</file>

<file path=ppt/slides/_rels/slide8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eg"/></Relationships>
</file>

<file path=ppt/slides/_rels/slide9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eg"/></Relationships>
</file>

<file path=ppt/slides/_rels/slide10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jpeg"/></Relationships>
</file>

<file path=ppt/slides/_rels/slide11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jpeg"/></Relationships>
</file>

<file path=ppt/slides/_rels/slide12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eg"/></Relationships>
</file>

<file path=ppt/slides/_rels/slide13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113701"/>
            <a:ext cx="12185650" cy="6625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1198821"/>
            <a:ext cx="12185650" cy="4455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1374685"/>
            <a:ext cx="12185650" cy="410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1179781"/>
            <a:ext cx="12185650" cy="4493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719011"/>
            <a:ext cx="12185650" cy="5414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2518010"/>
            <a:ext cx="12185650" cy="181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1221669"/>
            <a:ext cx="12185650" cy="4409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833251"/>
            <a:ext cx="12185650" cy="5186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1031268"/>
            <a:ext cx="12185650" cy="4790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745667"/>
            <a:ext cx="12185650" cy="536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635235"/>
            <a:ext cx="12185650" cy="558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509570"/>
            <a:ext cx="12185650" cy="5833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677123"/>
            <a:ext cx="12185650" cy="549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宋体</vt:lpstr>
      <vt:lpstr>Arial</vt:lpstr>
      <vt:lpstr>Calibri</vt:lpstr>
      <vt:lpstr>Calibri Light</vt:lpstr>
      <vt:lpstr>Office 主题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NJVV-11048100</dc:creator>
  <cp:lastModifiedBy>NJVV-11048100</cp:lastModifiedBy>
  <cp:revision>1</cp:revision>
  <dcterms:created xsi:type="dcterms:W3CDTF">2020-01-15T11:09:52Z</dcterms:created>
  <dcterms:modified xsi:type="dcterms:W3CDTF">2020-01-15T11:10:01Z</dcterms:modified>
</cp:coreProperties>
</file>