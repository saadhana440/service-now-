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13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6" Type="http://schemas.openxmlformats.org/officeDocument/2006/relationships/tableStyles" Target="tableStyles.xml"/>  <Relationship Id="rId15" Type="http://schemas.openxmlformats.org/officeDocument/2006/relationships/theme" Target="theme/theme1.xml"/>  <Relationship Id="rId14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9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10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/Relationships>
</file>

<file path=ppt/slides/_rels/slide1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23810"/>
            <a:ext cx="12185650" cy="56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406754"/>
            <a:ext cx="12185650" cy="603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494338"/>
            <a:ext cx="12185650" cy="586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666125" y="0"/>
            <a:ext cx="10853400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486722"/>
            <a:ext cx="12185650" cy="587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43842"/>
            <a:ext cx="12185650" cy="576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40034"/>
            <a:ext cx="12185650" cy="577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734243"/>
            <a:ext cx="12185650" cy="538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092196"/>
            <a:ext cx="12185650" cy="466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023652"/>
            <a:ext cx="12185650" cy="480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351141"/>
            <a:ext cx="12185650" cy="41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