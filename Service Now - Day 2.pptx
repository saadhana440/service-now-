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13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6" Type="http://schemas.openxmlformats.org/officeDocument/2006/relationships/tableStyles" Target="tableStyles.xml"/>  <Relationship Id="rId15" Type="http://schemas.openxmlformats.org/officeDocument/2006/relationships/theme" Target="theme/theme1.xml"/>  <Relationship Id="rId14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9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_rels/slide10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jpeg"/></Relationships>
</file>

<file path=ppt/slides/_rels/slide1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36226"/>
            <a:ext cx="12185650" cy="57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12386"/>
            <a:ext cx="12185650" cy="562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12386"/>
            <a:ext cx="12185650" cy="562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66690"/>
            <a:ext cx="12185650" cy="571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301637"/>
            <a:ext cx="12185650" cy="424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126469"/>
            <a:ext cx="12185650" cy="460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93346"/>
            <a:ext cx="12185650" cy="566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187397"/>
            <a:ext cx="12185650" cy="447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00962"/>
            <a:ext cx="12185650" cy="565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78114"/>
            <a:ext cx="12185650" cy="569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78114"/>
            <a:ext cx="12185650" cy="569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